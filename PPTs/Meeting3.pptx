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2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3FDCD-5F8C-CEB6-FE6A-67821CD1671E}" v="523" dt="2024-08-03T11:25:28.539"/>
    <p1510:client id="{A0E7C533-AE30-285A-2D67-A0A494FED55A}" v="1165" dt="2024-08-03T09:03:00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98320A-FCBF-404F-AD1C-CCEE08DB0E1D}" type="doc">
      <dgm:prSet loTypeId="urn:microsoft.com/office/officeart/2008/layout/LinedList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CF9DB30-F54F-4276-93B7-535718D6B798}">
      <dgm:prSet/>
      <dgm:spPr/>
      <dgm:t>
        <a:bodyPr/>
        <a:lstStyle/>
        <a:p>
          <a:r>
            <a:rPr lang="en-US"/>
            <a:t>Ways to Acquisite Customer:-</a:t>
          </a:r>
        </a:p>
      </dgm:t>
    </dgm:pt>
    <dgm:pt modelId="{3D627F7B-0FA4-45B9-BADE-011A4BBBD249}" type="parTrans" cxnId="{6118147C-44A0-404D-80C1-85D4D46F5D80}">
      <dgm:prSet/>
      <dgm:spPr/>
      <dgm:t>
        <a:bodyPr/>
        <a:lstStyle/>
        <a:p>
          <a:endParaRPr lang="en-US"/>
        </a:p>
      </dgm:t>
    </dgm:pt>
    <dgm:pt modelId="{08E5C03B-7E61-46D2-BFED-152D7FBBA8C9}" type="sibTrans" cxnId="{6118147C-44A0-404D-80C1-85D4D46F5D80}">
      <dgm:prSet/>
      <dgm:spPr/>
      <dgm:t>
        <a:bodyPr/>
        <a:lstStyle/>
        <a:p>
          <a:endParaRPr lang="en-US"/>
        </a:p>
      </dgm:t>
    </dgm:pt>
    <dgm:pt modelId="{3E77B57C-948A-48F1-AD54-0ED745E6DEFF}">
      <dgm:prSet/>
      <dgm:spPr/>
      <dgm:t>
        <a:bodyPr/>
        <a:lstStyle/>
        <a:p>
          <a:r>
            <a:rPr lang="en-US"/>
            <a:t>Social Media ( Instagram, Facebook, Linkdin)</a:t>
          </a:r>
        </a:p>
      </dgm:t>
    </dgm:pt>
    <dgm:pt modelId="{A44AEEE4-C74B-4E0E-A5B7-C60197C3CF83}" type="parTrans" cxnId="{1DB5DD17-650A-4325-8BB0-29B6C3E9DF67}">
      <dgm:prSet/>
      <dgm:spPr/>
      <dgm:t>
        <a:bodyPr/>
        <a:lstStyle/>
        <a:p>
          <a:endParaRPr lang="en-US"/>
        </a:p>
      </dgm:t>
    </dgm:pt>
    <dgm:pt modelId="{5B957E9E-7754-4B54-9893-EF40A6B0C9AB}" type="sibTrans" cxnId="{1DB5DD17-650A-4325-8BB0-29B6C3E9DF67}">
      <dgm:prSet/>
      <dgm:spPr/>
      <dgm:t>
        <a:bodyPr/>
        <a:lstStyle/>
        <a:p>
          <a:endParaRPr lang="en-US"/>
        </a:p>
      </dgm:t>
    </dgm:pt>
    <dgm:pt modelId="{7190A8F0-3408-499A-ADA2-412D9C04D149}">
      <dgm:prSet/>
      <dgm:spPr/>
      <dgm:t>
        <a:bodyPr/>
        <a:lstStyle/>
        <a:p>
          <a:r>
            <a:rPr lang="en-US"/>
            <a:t>Cold Calling:- </a:t>
          </a:r>
        </a:p>
      </dgm:t>
    </dgm:pt>
    <dgm:pt modelId="{26109517-8624-4A85-B631-9D38DB2B5796}" type="parTrans" cxnId="{F8B669E8-59E0-4B1D-B2EB-79CCA580592A}">
      <dgm:prSet/>
      <dgm:spPr/>
      <dgm:t>
        <a:bodyPr/>
        <a:lstStyle/>
        <a:p>
          <a:endParaRPr lang="en-US"/>
        </a:p>
      </dgm:t>
    </dgm:pt>
    <dgm:pt modelId="{1D0A192E-DA0B-4225-8B7F-1D38B95254BF}" type="sibTrans" cxnId="{F8B669E8-59E0-4B1D-B2EB-79CCA580592A}">
      <dgm:prSet/>
      <dgm:spPr/>
      <dgm:t>
        <a:bodyPr/>
        <a:lstStyle/>
        <a:p>
          <a:endParaRPr lang="en-US"/>
        </a:p>
      </dgm:t>
    </dgm:pt>
    <dgm:pt modelId="{6599FDC2-A1FC-4C12-99C3-D460E315AF48}">
      <dgm:prSet/>
      <dgm:spPr/>
      <dgm:t>
        <a:bodyPr/>
        <a:lstStyle/>
        <a:p>
          <a:r>
            <a:rPr lang="en-US"/>
            <a:t>Cold Emailing:-</a:t>
          </a:r>
        </a:p>
      </dgm:t>
    </dgm:pt>
    <dgm:pt modelId="{96D60CD7-68E2-48D1-AE35-7E096DC18379}" type="parTrans" cxnId="{0728F24E-AC0A-4CDB-A03F-9678F7E19652}">
      <dgm:prSet/>
      <dgm:spPr/>
      <dgm:t>
        <a:bodyPr/>
        <a:lstStyle/>
        <a:p>
          <a:endParaRPr lang="en-US"/>
        </a:p>
      </dgm:t>
    </dgm:pt>
    <dgm:pt modelId="{29CFCBDE-97E0-4928-9781-0A5AAD03E5D2}" type="sibTrans" cxnId="{0728F24E-AC0A-4CDB-A03F-9678F7E19652}">
      <dgm:prSet/>
      <dgm:spPr/>
      <dgm:t>
        <a:bodyPr/>
        <a:lstStyle/>
        <a:p>
          <a:endParaRPr lang="en-US"/>
        </a:p>
      </dgm:t>
    </dgm:pt>
    <dgm:pt modelId="{2EECD9B5-DB0E-4909-9A87-A725FE2380BF}">
      <dgm:prSet/>
      <dgm:spPr/>
      <dgm:t>
        <a:bodyPr/>
        <a:lstStyle/>
        <a:p>
          <a:r>
            <a:rPr lang="en-US"/>
            <a:t>Websites:-</a:t>
          </a:r>
        </a:p>
      </dgm:t>
    </dgm:pt>
    <dgm:pt modelId="{48B93BC2-09E5-4E11-A282-45D08D1E65DB}" type="parTrans" cxnId="{1D24AF3A-5965-44CD-8B8A-6DA2AD02DB70}">
      <dgm:prSet/>
      <dgm:spPr/>
      <dgm:t>
        <a:bodyPr/>
        <a:lstStyle/>
        <a:p>
          <a:endParaRPr lang="en-US"/>
        </a:p>
      </dgm:t>
    </dgm:pt>
    <dgm:pt modelId="{E78D4B42-7F84-4887-AA21-F04AA49421CB}" type="sibTrans" cxnId="{1D24AF3A-5965-44CD-8B8A-6DA2AD02DB70}">
      <dgm:prSet/>
      <dgm:spPr/>
      <dgm:t>
        <a:bodyPr/>
        <a:lstStyle/>
        <a:p>
          <a:endParaRPr lang="en-US"/>
        </a:p>
      </dgm:t>
    </dgm:pt>
    <dgm:pt modelId="{974D720C-5199-4E2C-80D2-B5DEB5BD0528}" type="pres">
      <dgm:prSet presAssocID="{7E98320A-FCBF-404F-AD1C-CCEE08DB0E1D}" presName="vert0" presStyleCnt="0">
        <dgm:presLayoutVars>
          <dgm:dir/>
          <dgm:animOne val="branch"/>
          <dgm:animLvl val="lvl"/>
        </dgm:presLayoutVars>
      </dgm:prSet>
      <dgm:spPr/>
    </dgm:pt>
    <dgm:pt modelId="{AEEA41F4-03EB-491F-A591-E8CEBDBC54AD}" type="pres">
      <dgm:prSet presAssocID="{1CF9DB30-F54F-4276-93B7-535718D6B798}" presName="thickLine" presStyleLbl="alignNode1" presStyleIdx="0" presStyleCnt="1"/>
      <dgm:spPr/>
    </dgm:pt>
    <dgm:pt modelId="{7E44B373-3520-4D65-89FC-C543C9A6DE10}" type="pres">
      <dgm:prSet presAssocID="{1CF9DB30-F54F-4276-93B7-535718D6B798}" presName="horz1" presStyleCnt="0"/>
      <dgm:spPr/>
    </dgm:pt>
    <dgm:pt modelId="{0A3E7A7E-77DD-4331-9501-0DCC1F67D46A}" type="pres">
      <dgm:prSet presAssocID="{1CF9DB30-F54F-4276-93B7-535718D6B798}" presName="tx1" presStyleLbl="revTx" presStyleIdx="0" presStyleCnt="5"/>
      <dgm:spPr/>
    </dgm:pt>
    <dgm:pt modelId="{DE78A470-D6BB-4661-A928-4DD89A7AA2D1}" type="pres">
      <dgm:prSet presAssocID="{1CF9DB30-F54F-4276-93B7-535718D6B798}" presName="vert1" presStyleCnt="0"/>
      <dgm:spPr/>
    </dgm:pt>
    <dgm:pt modelId="{F65877D7-EB36-4C76-A7EB-DF6CF0E8E70F}" type="pres">
      <dgm:prSet presAssocID="{3E77B57C-948A-48F1-AD54-0ED745E6DEFF}" presName="vertSpace2a" presStyleCnt="0"/>
      <dgm:spPr/>
    </dgm:pt>
    <dgm:pt modelId="{8B3E8E74-B2B6-4EFF-B533-2FB790CE4AA4}" type="pres">
      <dgm:prSet presAssocID="{3E77B57C-948A-48F1-AD54-0ED745E6DEFF}" presName="horz2" presStyleCnt="0"/>
      <dgm:spPr/>
    </dgm:pt>
    <dgm:pt modelId="{E4F10CAA-1375-4582-8F25-C89CF5FE94E0}" type="pres">
      <dgm:prSet presAssocID="{3E77B57C-948A-48F1-AD54-0ED745E6DEFF}" presName="horzSpace2" presStyleCnt="0"/>
      <dgm:spPr/>
    </dgm:pt>
    <dgm:pt modelId="{91832497-EA08-40D1-A884-73D0CE060928}" type="pres">
      <dgm:prSet presAssocID="{3E77B57C-948A-48F1-AD54-0ED745E6DEFF}" presName="tx2" presStyleLbl="revTx" presStyleIdx="1" presStyleCnt="5"/>
      <dgm:spPr/>
    </dgm:pt>
    <dgm:pt modelId="{429713CF-3C7F-4597-9357-90DE1DE7A774}" type="pres">
      <dgm:prSet presAssocID="{3E77B57C-948A-48F1-AD54-0ED745E6DEFF}" presName="vert2" presStyleCnt="0"/>
      <dgm:spPr/>
    </dgm:pt>
    <dgm:pt modelId="{AAD59995-BD93-4A25-B506-5CD3E4066B75}" type="pres">
      <dgm:prSet presAssocID="{3E77B57C-948A-48F1-AD54-0ED745E6DEFF}" presName="thinLine2b" presStyleLbl="callout" presStyleIdx="0" presStyleCnt="4"/>
      <dgm:spPr/>
    </dgm:pt>
    <dgm:pt modelId="{C5B9C6D6-4E68-43D9-A0FD-E46E0C091237}" type="pres">
      <dgm:prSet presAssocID="{3E77B57C-948A-48F1-AD54-0ED745E6DEFF}" presName="vertSpace2b" presStyleCnt="0"/>
      <dgm:spPr/>
    </dgm:pt>
    <dgm:pt modelId="{BD2419C3-088B-44F6-AAA3-97EA823937D0}" type="pres">
      <dgm:prSet presAssocID="{7190A8F0-3408-499A-ADA2-412D9C04D149}" presName="horz2" presStyleCnt="0"/>
      <dgm:spPr/>
    </dgm:pt>
    <dgm:pt modelId="{B7F75933-2998-4DEB-8454-20BD23925508}" type="pres">
      <dgm:prSet presAssocID="{7190A8F0-3408-499A-ADA2-412D9C04D149}" presName="horzSpace2" presStyleCnt="0"/>
      <dgm:spPr/>
    </dgm:pt>
    <dgm:pt modelId="{4E4EB69C-9FDE-4F34-8FF0-D11F56184115}" type="pres">
      <dgm:prSet presAssocID="{7190A8F0-3408-499A-ADA2-412D9C04D149}" presName="tx2" presStyleLbl="revTx" presStyleIdx="2" presStyleCnt="5"/>
      <dgm:spPr/>
    </dgm:pt>
    <dgm:pt modelId="{B58419D3-45E2-4E9C-AAA6-A4C52025CDE4}" type="pres">
      <dgm:prSet presAssocID="{7190A8F0-3408-499A-ADA2-412D9C04D149}" presName="vert2" presStyleCnt="0"/>
      <dgm:spPr/>
    </dgm:pt>
    <dgm:pt modelId="{490CF1C8-39DE-4E04-BD03-8820E925EAD1}" type="pres">
      <dgm:prSet presAssocID="{7190A8F0-3408-499A-ADA2-412D9C04D149}" presName="thinLine2b" presStyleLbl="callout" presStyleIdx="1" presStyleCnt="4"/>
      <dgm:spPr/>
    </dgm:pt>
    <dgm:pt modelId="{757E7B8F-7A30-495C-9B6D-4035EA266860}" type="pres">
      <dgm:prSet presAssocID="{7190A8F0-3408-499A-ADA2-412D9C04D149}" presName="vertSpace2b" presStyleCnt="0"/>
      <dgm:spPr/>
    </dgm:pt>
    <dgm:pt modelId="{D2992412-BD6A-4163-8D6C-748DA5728545}" type="pres">
      <dgm:prSet presAssocID="{6599FDC2-A1FC-4C12-99C3-D460E315AF48}" presName="horz2" presStyleCnt="0"/>
      <dgm:spPr/>
    </dgm:pt>
    <dgm:pt modelId="{8DC56F7F-347C-4701-8B79-D1CD3E409849}" type="pres">
      <dgm:prSet presAssocID="{6599FDC2-A1FC-4C12-99C3-D460E315AF48}" presName="horzSpace2" presStyleCnt="0"/>
      <dgm:spPr/>
    </dgm:pt>
    <dgm:pt modelId="{8D00EB9F-128B-4F69-AE87-B89B0B869FAE}" type="pres">
      <dgm:prSet presAssocID="{6599FDC2-A1FC-4C12-99C3-D460E315AF48}" presName="tx2" presStyleLbl="revTx" presStyleIdx="3" presStyleCnt="5"/>
      <dgm:spPr/>
    </dgm:pt>
    <dgm:pt modelId="{503A140F-BE62-4746-AB63-D01B215B4FD8}" type="pres">
      <dgm:prSet presAssocID="{6599FDC2-A1FC-4C12-99C3-D460E315AF48}" presName="vert2" presStyleCnt="0"/>
      <dgm:spPr/>
    </dgm:pt>
    <dgm:pt modelId="{B5ECDD06-DDEB-4D1F-978F-6D954433CB0C}" type="pres">
      <dgm:prSet presAssocID="{6599FDC2-A1FC-4C12-99C3-D460E315AF48}" presName="thinLine2b" presStyleLbl="callout" presStyleIdx="2" presStyleCnt="4"/>
      <dgm:spPr/>
    </dgm:pt>
    <dgm:pt modelId="{C4B93DD0-FEBD-44D7-B262-D17DBDE1941F}" type="pres">
      <dgm:prSet presAssocID="{6599FDC2-A1FC-4C12-99C3-D460E315AF48}" presName="vertSpace2b" presStyleCnt="0"/>
      <dgm:spPr/>
    </dgm:pt>
    <dgm:pt modelId="{31A39835-3848-4347-8EB8-1FAE09C19929}" type="pres">
      <dgm:prSet presAssocID="{2EECD9B5-DB0E-4909-9A87-A725FE2380BF}" presName="horz2" presStyleCnt="0"/>
      <dgm:spPr/>
    </dgm:pt>
    <dgm:pt modelId="{D026528D-D226-45F8-9808-177A573F67E5}" type="pres">
      <dgm:prSet presAssocID="{2EECD9B5-DB0E-4909-9A87-A725FE2380BF}" presName="horzSpace2" presStyleCnt="0"/>
      <dgm:spPr/>
    </dgm:pt>
    <dgm:pt modelId="{6000C52C-C9B8-488E-93FD-7B4EF03BDC56}" type="pres">
      <dgm:prSet presAssocID="{2EECD9B5-DB0E-4909-9A87-A725FE2380BF}" presName="tx2" presStyleLbl="revTx" presStyleIdx="4" presStyleCnt="5"/>
      <dgm:spPr/>
    </dgm:pt>
    <dgm:pt modelId="{D859B7BC-A85D-45D9-9EB9-CAF0E3CD0529}" type="pres">
      <dgm:prSet presAssocID="{2EECD9B5-DB0E-4909-9A87-A725FE2380BF}" presName="vert2" presStyleCnt="0"/>
      <dgm:spPr/>
    </dgm:pt>
    <dgm:pt modelId="{363961A2-6CD7-4589-A243-2E304371869B}" type="pres">
      <dgm:prSet presAssocID="{2EECD9B5-DB0E-4909-9A87-A725FE2380BF}" presName="thinLine2b" presStyleLbl="callout" presStyleIdx="3" presStyleCnt="4"/>
      <dgm:spPr/>
    </dgm:pt>
    <dgm:pt modelId="{F131ADBF-5FDA-4608-B2E8-4B85AD137F55}" type="pres">
      <dgm:prSet presAssocID="{2EECD9B5-DB0E-4909-9A87-A725FE2380BF}" presName="vertSpace2b" presStyleCnt="0"/>
      <dgm:spPr/>
    </dgm:pt>
  </dgm:ptLst>
  <dgm:cxnLst>
    <dgm:cxn modelId="{E5563103-B275-4057-8688-9E764F8EB1D2}" type="presOf" srcId="{7E98320A-FCBF-404F-AD1C-CCEE08DB0E1D}" destId="{974D720C-5199-4E2C-80D2-B5DEB5BD0528}" srcOrd="0" destOrd="0" presId="urn:microsoft.com/office/officeart/2008/layout/LinedList"/>
    <dgm:cxn modelId="{1DB5DD17-650A-4325-8BB0-29B6C3E9DF67}" srcId="{1CF9DB30-F54F-4276-93B7-535718D6B798}" destId="{3E77B57C-948A-48F1-AD54-0ED745E6DEFF}" srcOrd="0" destOrd="0" parTransId="{A44AEEE4-C74B-4E0E-A5B7-C60197C3CF83}" sibTransId="{5B957E9E-7754-4B54-9893-EF40A6B0C9AB}"/>
    <dgm:cxn modelId="{11597A19-81EA-43BB-BC89-7A465082C929}" type="presOf" srcId="{7190A8F0-3408-499A-ADA2-412D9C04D149}" destId="{4E4EB69C-9FDE-4F34-8FF0-D11F56184115}" srcOrd="0" destOrd="0" presId="urn:microsoft.com/office/officeart/2008/layout/LinedList"/>
    <dgm:cxn modelId="{1D24AF3A-5965-44CD-8B8A-6DA2AD02DB70}" srcId="{1CF9DB30-F54F-4276-93B7-535718D6B798}" destId="{2EECD9B5-DB0E-4909-9A87-A725FE2380BF}" srcOrd="3" destOrd="0" parTransId="{48B93BC2-09E5-4E11-A282-45D08D1E65DB}" sibTransId="{E78D4B42-7F84-4887-AA21-F04AA49421CB}"/>
    <dgm:cxn modelId="{0728F24E-AC0A-4CDB-A03F-9678F7E19652}" srcId="{1CF9DB30-F54F-4276-93B7-535718D6B798}" destId="{6599FDC2-A1FC-4C12-99C3-D460E315AF48}" srcOrd="2" destOrd="0" parTransId="{96D60CD7-68E2-48D1-AE35-7E096DC18379}" sibTransId="{29CFCBDE-97E0-4928-9781-0A5AAD03E5D2}"/>
    <dgm:cxn modelId="{B8E42D4F-CA8D-43F2-92BB-3A20F1548DDA}" type="presOf" srcId="{6599FDC2-A1FC-4C12-99C3-D460E315AF48}" destId="{8D00EB9F-128B-4F69-AE87-B89B0B869FAE}" srcOrd="0" destOrd="0" presId="urn:microsoft.com/office/officeart/2008/layout/LinedList"/>
    <dgm:cxn modelId="{6118147C-44A0-404D-80C1-85D4D46F5D80}" srcId="{7E98320A-FCBF-404F-AD1C-CCEE08DB0E1D}" destId="{1CF9DB30-F54F-4276-93B7-535718D6B798}" srcOrd="0" destOrd="0" parTransId="{3D627F7B-0FA4-45B9-BADE-011A4BBBD249}" sibTransId="{08E5C03B-7E61-46D2-BFED-152D7FBBA8C9}"/>
    <dgm:cxn modelId="{CEE2D59A-F018-45C5-BAAD-B421B7846B31}" type="presOf" srcId="{3E77B57C-948A-48F1-AD54-0ED745E6DEFF}" destId="{91832497-EA08-40D1-A884-73D0CE060928}" srcOrd="0" destOrd="0" presId="urn:microsoft.com/office/officeart/2008/layout/LinedList"/>
    <dgm:cxn modelId="{FF6047B6-309C-4DDC-B55B-361A6D8D3CD3}" type="presOf" srcId="{2EECD9B5-DB0E-4909-9A87-A725FE2380BF}" destId="{6000C52C-C9B8-488E-93FD-7B4EF03BDC56}" srcOrd="0" destOrd="0" presId="urn:microsoft.com/office/officeart/2008/layout/LinedList"/>
    <dgm:cxn modelId="{58D408D5-7F29-4FCF-966D-1D0B67E7D629}" type="presOf" srcId="{1CF9DB30-F54F-4276-93B7-535718D6B798}" destId="{0A3E7A7E-77DD-4331-9501-0DCC1F67D46A}" srcOrd="0" destOrd="0" presId="urn:microsoft.com/office/officeart/2008/layout/LinedList"/>
    <dgm:cxn modelId="{F8B669E8-59E0-4B1D-B2EB-79CCA580592A}" srcId="{1CF9DB30-F54F-4276-93B7-535718D6B798}" destId="{7190A8F0-3408-499A-ADA2-412D9C04D149}" srcOrd="1" destOrd="0" parTransId="{26109517-8624-4A85-B631-9D38DB2B5796}" sibTransId="{1D0A192E-DA0B-4225-8B7F-1D38B95254BF}"/>
    <dgm:cxn modelId="{02061CEA-F4D6-4A04-A96D-8EAF79DA6679}" type="presParOf" srcId="{974D720C-5199-4E2C-80D2-B5DEB5BD0528}" destId="{AEEA41F4-03EB-491F-A591-E8CEBDBC54AD}" srcOrd="0" destOrd="0" presId="urn:microsoft.com/office/officeart/2008/layout/LinedList"/>
    <dgm:cxn modelId="{B5393872-E9F7-4410-817A-879DBDECF6E5}" type="presParOf" srcId="{974D720C-5199-4E2C-80D2-B5DEB5BD0528}" destId="{7E44B373-3520-4D65-89FC-C543C9A6DE10}" srcOrd="1" destOrd="0" presId="urn:microsoft.com/office/officeart/2008/layout/LinedList"/>
    <dgm:cxn modelId="{CA0AB2E7-9647-446C-AD12-48C165FE4316}" type="presParOf" srcId="{7E44B373-3520-4D65-89FC-C543C9A6DE10}" destId="{0A3E7A7E-77DD-4331-9501-0DCC1F67D46A}" srcOrd="0" destOrd="0" presId="urn:microsoft.com/office/officeart/2008/layout/LinedList"/>
    <dgm:cxn modelId="{4AB27D39-D17C-4E33-8329-4810A271CA28}" type="presParOf" srcId="{7E44B373-3520-4D65-89FC-C543C9A6DE10}" destId="{DE78A470-D6BB-4661-A928-4DD89A7AA2D1}" srcOrd="1" destOrd="0" presId="urn:microsoft.com/office/officeart/2008/layout/LinedList"/>
    <dgm:cxn modelId="{1CB0D10F-DB71-4ECF-AC51-DF42DB4D7588}" type="presParOf" srcId="{DE78A470-D6BB-4661-A928-4DD89A7AA2D1}" destId="{F65877D7-EB36-4C76-A7EB-DF6CF0E8E70F}" srcOrd="0" destOrd="0" presId="urn:microsoft.com/office/officeart/2008/layout/LinedList"/>
    <dgm:cxn modelId="{D6E9C677-0715-4303-AA94-1715B5C62982}" type="presParOf" srcId="{DE78A470-D6BB-4661-A928-4DD89A7AA2D1}" destId="{8B3E8E74-B2B6-4EFF-B533-2FB790CE4AA4}" srcOrd="1" destOrd="0" presId="urn:microsoft.com/office/officeart/2008/layout/LinedList"/>
    <dgm:cxn modelId="{8ECA1D00-8BDC-4C2E-B666-EC1A3E8837B0}" type="presParOf" srcId="{8B3E8E74-B2B6-4EFF-B533-2FB790CE4AA4}" destId="{E4F10CAA-1375-4582-8F25-C89CF5FE94E0}" srcOrd="0" destOrd="0" presId="urn:microsoft.com/office/officeart/2008/layout/LinedList"/>
    <dgm:cxn modelId="{694E3C28-8782-449F-94B9-A4161D28F699}" type="presParOf" srcId="{8B3E8E74-B2B6-4EFF-B533-2FB790CE4AA4}" destId="{91832497-EA08-40D1-A884-73D0CE060928}" srcOrd="1" destOrd="0" presId="urn:microsoft.com/office/officeart/2008/layout/LinedList"/>
    <dgm:cxn modelId="{DCA0E0C3-5837-4957-95E6-27B568E5BCD4}" type="presParOf" srcId="{8B3E8E74-B2B6-4EFF-B533-2FB790CE4AA4}" destId="{429713CF-3C7F-4597-9357-90DE1DE7A774}" srcOrd="2" destOrd="0" presId="urn:microsoft.com/office/officeart/2008/layout/LinedList"/>
    <dgm:cxn modelId="{6DE2A48A-4CA9-4335-BF39-4E35A069266B}" type="presParOf" srcId="{DE78A470-D6BB-4661-A928-4DD89A7AA2D1}" destId="{AAD59995-BD93-4A25-B506-5CD3E4066B75}" srcOrd="2" destOrd="0" presId="urn:microsoft.com/office/officeart/2008/layout/LinedList"/>
    <dgm:cxn modelId="{4E506FF2-C0C3-44A0-BE07-BA9CFF124FB0}" type="presParOf" srcId="{DE78A470-D6BB-4661-A928-4DD89A7AA2D1}" destId="{C5B9C6D6-4E68-43D9-A0FD-E46E0C091237}" srcOrd="3" destOrd="0" presId="urn:microsoft.com/office/officeart/2008/layout/LinedList"/>
    <dgm:cxn modelId="{12675D99-A131-45D0-BEC5-7F0CF53CDB07}" type="presParOf" srcId="{DE78A470-D6BB-4661-A928-4DD89A7AA2D1}" destId="{BD2419C3-088B-44F6-AAA3-97EA823937D0}" srcOrd="4" destOrd="0" presId="urn:microsoft.com/office/officeart/2008/layout/LinedList"/>
    <dgm:cxn modelId="{6F960E73-D108-407F-86FA-769182B9D64C}" type="presParOf" srcId="{BD2419C3-088B-44F6-AAA3-97EA823937D0}" destId="{B7F75933-2998-4DEB-8454-20BD23925508}" srcOrd="0" destOrd="0" presId="urn:microsoft.com/office/officeart/2008/layout/LinedList"/>
    <dgm:cxn modelId="{9DE5BF8F-4625-46B3-9E1D-A0C9C8A1F9CB}" type="presParOf" srcId="{BD2419C3-088B-44F6-AAA3-97EA823937D0}" destId="{4E4EB69C-9FDE-4F34-8FF0-D11F56184115}" srcOrd="1" destOrd="0" presId="urn:microsoft.com/office/officeart/2008/layout/LinedList"/>
    <dgm:cxn modelId="{5046D823-3EC3-4610-B385-16645E116A8A}" type="presParOf" srcId="{BD2419C3-088B-44F6-AAA3-97EA823937D0}" destId="{B58419D3-45E2-4E9C-AAA6-A4C52025CDE4}" srcOrd="2" destOrd="0" presId="urn:microsoft.com/office/officeart/2008/layout/LinedList"/>
    <dgm:cxn modelId="{E1DC16AC-23F0-4BDD-84AB-50A67175C8A2}" type="presParOf" srcId="{DE78A470-D6BB-4661-A928-4DD89A7AA2D1}" destId="{490CF1C8-39DE-4E04-BD03-8820E925EAD1}" srcOrd="5" destOrd="0" presId="urn:microsoft.com/office/officeart/2008/layout/LinedList"/>
    <dgm:cxn modelId="{BC034BBC-AD19-40B2-B60C-5646EDED9672}" type="presParOf" srcId="{DE78A470-D6BB-4661-A928-4DD89A7AA2D1}" destId="{757E7B8F-7A30-495C-9B6D-4035EA266860}" srcOrd="6" destOrd="0" presId="urn:microsoft.com/office/officeart/2008/layout/LinedList"/>
    <dgm:cxn modelId="{EC05B73A-BB24-444A-A0E0-3F2886E892A7}" type="presParOf" srcId="{DE78A470-D6BB-4661-A928-4DD89A7AA2D1}" destId="{D2992412-BD6A-4163-8D6C-748DA5728545}" srcOrd="7" destOrd="0" presId="urn:microsoft.com/office/officeart/2008/layout/LinedList"/>
    <dgm:cxn modelId="{D76D8BB3-357A-4A87-87F8-8BA942E10FD4}" type="presParOf" srcId="{D2992412-BD6A-4163-8D6C-748DA5728545}" destId="{8DC56F7F-347C-4701-8B79-D1CD3E409849}" srcOrd="0" destOrd="0" presId="urn:microsoft.com/office/officeart/2008/layout/LinedList"/>
    <dgm:cxn modelId="{4A30C238-8CCE-4D2F-B95B-19315BC5A700}" type="presParOf" srcId="{D2992412-BD6A-4163-8D6C-748DA5728545}" destId="{8D00EB9F-128B-4F69-AE87-B89B0B869FAE}" srcOrd="1" destOrd="0" presId="urn:microsoft.com/office/officeart/2008/layout/LinedList"/>
    <dgm:cxn modelId="{FBDEA918-9819-4C7C-B4DE-4289A96B9131}" type="presParOf" srcId="{D2992412-BD6A-4163-8D6C-748DA5728545}" destId="{503A140F-BE62-4746-AB63-D01B215B4FD8}" srcOrd="2" destOrd="0" presId="urn:microsoft.com/office/officeart/2008/layout/LinedList"/>
    <dgm:cxn modelId="{C9F6BB7B-39D8-4815-B7CA-3C67C110C9EB}" type="presParOf" srcId="{DE78A470-D6BB-4661-A928-4DD89A7AA2D1}" destId="{B5ECDD06-DDEB-4D1F-978F-6D954433CB0C}" srcOrd="8" destOrd="0" presId="urn:microsoft.com/office/officeart/2008/layout/LinedList"/>
    <dgm:cxn modelId="{524C081A-AFCC-4B61-B584-06F128485AE5}" type="presParOf" srcId="{DE78A470-D6BB-4661-A928-4DD89A7AA2D1}" destId="{C4B93DD0-FEBD-44D7-B262-D17DBDE1941F}" srcOrd="9" destOrd="0" presId="urn:microsoft.com/office/officeart/2008/layout/LinedList"/>
    <dgm:cxn modelId="{CEA1892E-2715-407E-8249-FFB2D4D77AAD}" type="presParOf" srcId="{DE78A470-D6BB-4661-A928-4DD89A7AA2D1}" destId="{31A39835-3848-4347-8EB8-1FAE09C19929}" srcOrd="10" destOrd="0" presId="urn:microsoft.com/office/officeart/2008/layout/LinedList"/>
    <dgm:cxn modelId="{A0EDB072-8C06-4542-A090-EEDB78A5C4FA}" type="presParOf" srcId="{31A39835-3848-4347-8EB8-1FAE09C19929}" destId="{D026528D-D226-45F8-9808-177A573F67E5}" srcOrd="0" destOrd="0" presId="urn:microsoft.com/office/officeart/2008/layout/LinedList"/>
    <dgm:cxn modelId="{6CC4518E-D410-45CE-BFEC-59302997990D}" type="presParOf" srcId="{31A39835-3848-4347-8EB8-1FAE09C19929}" destId="{6000C52C-C9B8-488E-93FD-7B4EF03BDC56}" srcOrd="1" destOrd="0" presId="urn:microsoft.com/office/officeart/2008/layout/LinedList"/>
    <dgm:cxn modelId="{0BA56FC2-20EC-41E2-8D93-6BFA6F414831}" type="presParOf" srcId="{31A39835-3848-4347-8EB8-1FAE09C19929}" destId="{D859B7BC-A85D-45D9-9EB9-CAF0E3CD0529}" srcOrd="2" destOrd="0" presId="urn:microsoft.com/office/officeart/2008/layout/LinedList"/>
    <dgm:cxn modelId="{820040A5-8388-41E7-9494-A2905A0B08CA}" type="presParOf" srcId="{DE78A470-D6BB-4661-A928-4DD89A7AA2D1}" destId="{363961A2-6CD7-4589-A243-2E304371869B}" srcOrd="11" destOrd="0" presId="urn:microsoft.com/office/officeart/2008/layout/LinedList"/>
    <dgm:cxn modelId="{2476098C-0B72-40DE-808C-809EE8328711}" type="presParOf" srcId="{DE78A470-D6BB-4661-A928-4DD89A7AA2D1}" destId="{F131ADBF-5FDA-4608-B2E8-4B85AD137F55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A41F4-03EB-491F-A591-E8CEBDBC54AD}">
      <dsp:nvSpPr>
        <dsp:cNvPr id="0" name=""/>
        <dsp:cNvSpPr/>
      </dsp:nvSpPr>
      <dsp:spPr>
        <a:xfrm>
          <a:off x="0" y="0"/>
          <a:ext cx="588375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A3E7A7E-77DD-4331-9501-0DCC1F67D46A}">
      <dsp:nvSpPr>
        <dsp:cNvPr id="0" name=""/>
        <dsp:cNvSpPr/>
      </dsp:nvSpPr>
      <dsp:spPr>
        <a:xfrm>
          <a:off x="0" y="0"/>
          <a:ext cx="1176750" cy="4804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Ways to Acquisite Customer:-</a:t>
          </a:r>
        </a:p>
      </dsp:txBody>
      <dsp:txXfrm>
        <a:off x="0" y="0"/>
        <a:ext cx="1176750" cy="4804449"/>
      </dsp:txXfrm>
    </dsp:sp>
    <dsp:sp modelId="{91832497-EA08-40D1-A884-73D0CE060928}">
      <dsp:nvSpPr>
        <dsp:cNvPr id="0" name=""/>
        <dsp:cNvSpPr/>
      </dsp:nvSpPr>
      <dsp:spPr>
        <a:xfrm>
          <a:off x="1265007" y="56478"/>
          <a:ext cx="4618746" cy="1129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Social Media ( Instagram, Facebook, Linkdin)</a:t>
          </a:r>
        </a:p>
      </dsp:txBody>
      <dsp:txXfrm>
        <a:off x="1265007" y="56478"/>
        <a:ext cx="4618746" cy="1129561"/>
      </dsp:txXfrm>
    </dsp:sp>
    <dsp:sp modelId="{AAD59995-BD93-4A25-B506-5CD3E4066B75}">
      <dsp:nvSpPr>
        <dsp:cNvPr id="0" name=""/>
        <dsp:cNvSpPr/>
      </dsp:nvSpPr>
      <dsp:spPr>
        <a:xfrm>
          <a:off x="1176750" y="1186039"/>
          <a:ext cx="470700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E4EB69C-9FDE-4F34-8FF0-D11F56184115}">
      <dsp:nvSpPr>
        <dsp:cNvPr id="0" name=""/>
        <dsp:cNvSpPr/>
      </dsp:nvSpPr>
      <dsp:spPr>
        <a:xfrm>
          <a:off x="1265007" y="1242517"/>
          <a:ext cx="4618746" cy="1129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Cold Calling:- </a:t>
          </a:r>
        </a:p>
      </dsp:txBody>
      <dsp:txXfrm>
        <a:off x="1265007" y="1242517"/>
        <a:ext cx="4618746" cy="1129561"/>
      </dsp:txXfrm>
    </dsp:sp>
    <dsp:sp modelId="{490CF1C8-39DE-4E04-BD03-8820E925EAD1}">
      <dsp:nvSpPr>
        <dsp:cNvPr id="0" name=""/>
        <dsp:cNvSpPr/>
      </dsp:nvSpPr>
      <dsp:spPr>
        <a:xfrm>
          <a:off x="1176750" y="2372079"/>
          <a:ext cx="470700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D00EB9F-128B-4F69-AE87-B89B0B869FAE}">
      <dsp:nvSpPr>
        <dsp:cNvPr id="0" name=""/>
        <dsp:cNvSpPr/>
      </dsp:nvSpPr>
      <dsp:spPr>
        <a:xfrm>
          <a:off x="1265007" y="2428557"/>
          <a:ext cx="4618746" cy="1129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Cold Emailing:-</a:t>
          </a:r>
        </a:p>
      </dsp:txBody>
      <dsp:txXfrm>
        <a:off x="1265007" y="2428557"/>
        <a:ext cx="4618746" cy="1129561"/>
      </dsp:txXfrm>
    </dsp:sp>
    <dsp:sp modelId="{B5ECDD06-DDEB-4D1F-978F-6D954433CB0C}">
      <dsp:nvSpPr>
        <dsp:cNvPr id="0" name=""/>
        <dsp:cNvSpPr/>
      </dsp:nvSpPr>
      <dsp:spPr>
        <a:xfrm>
          <a:off x="1176750" y="3558119"/>
          <a:ext cx="470700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000C52C-C9B8-488E-93FD-7B4EF03BDC56}">
      <dsp:nvSpPr>
        <dsp:cNvPr id="0" name=""/>
        <dsp:cNvSpPr/>
      </dsp:nvSpPr>
      <dsp:spPr>
        <a:xfrm>
          <a:off x="1265007" y="3614597"/>
          <a:ext cx="4618746" cy="11295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Websites:-</a:t>
          </a:r>
        </a:p>
      </dsp:txBody>
      <dsp:txXfrm>
        <a:off x="1265007" y="3614597"/>
        <a:ext cx="4618746" cy="1129561"/>
      </dsp:txXfrm>
    </dsp:sp>
    <dsp:sp modelId="{363961A2-6CD7-4589-A243-2E304371869B}">
      <dsp:nvSpPr>
        <dsp:cNvPr id="0" name=""/>
        <dsp:cNvSpPr/>
      </dsp:nvSpPr>
      <dsp:spPr>
        <a:xfrm>
          <a:off x="1176750" y="4744158"/>
          <a:ext cx="470700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8/3/2024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796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68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63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8/3/2024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528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8/3/2024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762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8/3/2024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472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836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8/3/2024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1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8/3/2024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10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97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215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8/3/2024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6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85" r:id="rId6"/>
    <p:sldLayoutId id="2147483981" r:id="rId7"/>
    <p:sldLayoutId id="2147483982" r:id="rId8"/>
    <p:sldLayoutId id="2147483983" r:id="rId9"/>
    <p:sldLayoutId id="2147483984" r:id="rId10"/>
    <p:sldLayoutId id="21474839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00343" y="532566"/>
            <a:ext cx="3464109" cy="3146318"/>
          </a:xfrm>
        </p:spPr>
        <p:txBody>
          <a:bodyPr anchor="t">
            <a:normAutofit/>
          </a:bodyPr>
          <a:lstStyle/>
          <a:p>
            <a:r>
              <a:rPr lang="en-US" sz="5400" b="1" dirty="0"/>
              <a:t>Welcome </a:t>
            </a:r>
            <a:r>
              <a:rPr lang="en-US" sz="5400" b="1"/>
              <a:t> </a:t>
            </a:r>
            <a:endParaRPr lang="en-US"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6173" y="6148114"/>
            <a:ext cx="3457177" cy="1403837"/>
          </a:xfrm>
        </p:spPr>
        <p:txBody>
          <a:bodyPr anchor="t">
            <a:normAutofit/>
          </a:bodyPr>
          <a:lstStyle/>
          <a:p>
            <a:r>
              <a:rPr lang="en-US" sz="2800" dirty="0"/>
              <a:t>Meeting No:- 3</a:t>
            </a:r>
          </a:p>
        </p:txBody>
      </p:sp>
      <p:pic>
        <p:nvPicPr>
          <p:cNvPr id="4" name="Picture 3" descr="A logo for a company&#10;&#10;Description automatically generated">
            <a:extLst>
              <a:ext uri="{FF2B5EF4-FFF2-40B4-BE49-F238E27FC236}">
                <a16:creationId xmlns:a16="http://schemas.microsoft.com/office/drawing/2014/main" id="{04DDA6BD-6610-8436-7654-B484AB4BF3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6" r="3345"/>
          <a:stretch/>
        </p:blipFill>
        <p:spPr>
          <a:xfrm>
            <a:off x="1494809" y="1104066"/>
            <a:ext cx="4580023" cy="4682585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552FC00-E6D3-45AF-BE3D-036814114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2660" y="1143293"/>
            <a:ext cx="0" cy="57147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5" name="Graphic 4" descr="Handshake with solid fill">
            <a:extLst>
              <a:ext uri="{FF2B5EF4-FFF2-40B4-BE49-F238E27FC236}">
                <a16:creationId xmlns:a16="http://schemas.microsoft.com/office/drawing/2014/main" id="{62C810AF-A416-E0CB-76D7-9C3C9E9DE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14000" y="53340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F923CD-6C81-2008-1252-48C59EBCB599}"/>
              </a:ext>
            </a:extLst>
          </p:cNvPr>
          <p:cNvSpPr txBox="1"/>
          <p:nvPr/>
        </p:nvSpPr>
        <p:spPr>
          <a:xfrm>
            <a:off x="7599419" y="2557643"/>
            <a:ext cx="417830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Purpose of the Meeting:-</a:t>
            </a:r>
            <a:endParaRPr lang="en-US" dirty="0"/>
          </a:p>
          <a:p>
            <a:endParaRPr lang="en-US" sz="2800" dirty="0"/>
          </a:p>
          <a:p>
            <a:r>
              <a:rPr lang="en-US" sz="2800" dirty="0"/>
              <a:t>Customer Acquisition and Lead Generation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63D92C32-9D76-2A01-13C2-4C2718F202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6" r="3345"/>
          <a:stretch/>
        </p:blipFill>
        <p:spPr>
          <a:xfrm>
            <a:off x="1421946" y="691763"/>
            <a:ext cx="4975819" cy="508724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A0812C-8DCE-4CA2-904B-A5A5C12CA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2660" y="1005840"/>
            <a:ext cx="0" cy="58521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481E85-7C39-D64C-42F0-AC3216647E3E}"/>
              </a:ext>
            </a:extLst>
          </p:cNvPr>
          <p:cNvSpPr txBox="1"/>
          <p:nvPr/>
        </p:nvSpPr>
        <p:spPr>
          <a:xfrm>
            <a:off x="7597438" y="443435"/>
            <a:ext cx="4698519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u="sng" dirty="0"/>
              <a:t> Know Your Target  Clients/ Customers:-</a:t>
            </a:r>
          </a:p>
          <a:p>
            <a:pPr marL="514350" indent="-514350">
              <a:buAutoNum type="arabicPeriod"/>
            </a:pPr>
            <a:r>
              <a:rPr lang="en-US" sz="2400" dirty="0"/>
              <a:t>Medical sectors like dermatologist , Dentist, </a:t>
            </a:r>
          </a:p>
          <a:p>
            <a:r>
              <a:rPr lang="en-US" sz="2400" dirty="0"/>
              <a:t>Physiotherapist .</a:t>
            </a:r>
          </a:p>
          <a:p>
            <a:endParaRPr lang="en-US" sz="2400" dirty="0"/>
          </a:p>
          <a:p>
            <a:r>
              <a:rPr lang="en-US" sz="2400" dirty="0"/>
              <a:t>2. Health and Fitness:- Gym and Nutrient Suppliers.</a:t>
            </a:r>
          </a:p>
          <a:p>
            <a:endParaRPr lang="en-US" sz="2400" dirty="0"/>
          </a:p>
          <a:p>
            <a:r>
              <a:rPr lang="en-US" sz="2400" dirty="0"/>
              <a:t>3. Sales and Marketing:- Shop, Restaurants , Real estate.</a:t>
            </a:r>
          </a:p>
          <a:p>
            <a:endParaRPr lang="en-US" sz="2400" dirty="0"/>
          </a:p>
          <a:p>
            <a:r>
              <a:rPr lang="en-US" sz="2400" dirty="0"/>
              <a:t>4. Spirituality :- Astrologer, Numerologist .</a:t>
            </a:r>
          </a:p>
          <a:p>
            <a:r>
              <a:rPr lang="en-US" sz="2400" dirty="0"/>
              <a:t>5. Education :- Schools, </a:t>
            </a:r>
          </a:p>
          <a:p>
            <a:r>
              <a:rPr lang="en-US" sz="2400" dirty="0"/>
              <a:t>Tuitions.</a:t>
            </a:r>
            <a:endParaRPr lang="en-US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53438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87584-FC28-89C2-DEC3-256ED3741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144" y="3079362"/>
            <a:ext cx="3541205" cy="1706649"/>
          </a:xfrm>
        </p:spPr>
        <p:txBody>
          <a:bodyPr anchor="ctr">
            <a:normAutofit fontScale="90000"/>
          </a:bodyPr>
          <a:lstStyle/>
          <a:p>
            <a:r>
              <a:rPr lang="en-US" sz="4000" dirty="0"/>
              <a:t>Data Scrapping:-</a:t>
            </a:r>
            <a:br>
              <a:rPr lang="en-US" sz="4000" dirty="0"/>
            </a:br>
            <a:r>
              <a:rPr lang="en-US" sz="4000" dirty="0"/>
              <a:t> </a:t>
            </a:r>
            <a:br>
              <a:rPr lang="en-US" sz="3600" dirty="0"/>
            </a:br>
            <a:r>
              <a:rPr lang="en-US" sz="3600" dirty="0"/>
              <a:t>Collect the relevant data like the phone numbers , E –mail, </a:t>
            </a:r>
            <a:r>
              <a:rPr lang="en-US" sz="3600" dirty="0" err="1"/>
              <a:t>Instagram,linkdin</a:t>
            </a:r>
            <a:r>
              <a:rPr lang="en-US" sz="3600" dirty="0"/>
              <a:t>, Business and address</a:t>
            </a:r>
            <a:br>
              <a:rPr lang="en-US" dirty="0"/>
            </a:br>
            <a:r>
              <a:rPr lang="en-US" sz="3600" dirty="0"/>
              <a:t> and prepare an excel sheet of 500 people.</a:t>
            </a:r>
            <a:br>
              <a:rPr lang="en-US" sz="3600" dirty="0"/>
            </a:br>
            <a:r>
              <a:rPr lang="en-US" sz="3600" dirty="0"/>
              <a:t>Location:- Durg, Raipur, Bilaspur, </a:t>
            </a:r>
            <a:r>
              <a:rPr lang="en-US" sz="3600" dirty="0" err="1"/>
              <a:t>Rajnandgaon</a:t>
            </a:r>
            <a:r>
              <a:rPr lang="en-US" sz="3600" dirty="0"/>
              <a:t>.</a:t>
            </a:r>
            <a:br>
              <a:rPr lang="en-US" sz="4800" dirty="0"/>
            </a:br>
            <a:endParaRPr lang="en-US" sz="4800" dirty="0"/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E33E7DD2-7A21-1AE2-AF02-940EBBBDD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6" r="3345"/>
          <a:stretch/>
        </p:blipFill>
        <p:spPr>
          <a:xfrm>
            <a:off x="1421946" y="691763"/>
            <a:ext cx="4975819" cy="508724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A0812C-8DCE-4CA2-904B-A5A5C12CA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2660" y="1005840"/>
            <a:ext cx="0" cy="58521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35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87584-FC28-89C2-DEC3-256ED3741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144" y="3079362"/>
            <a:ext cx="3541205" cy="1706649"/>
          </a:xfrm>
        </p:spPr>
        <p:txBody>
          <a:bodyPr anchor="ctr">
            <a:normAutofit/>
          </a:bodyPr>
          <a:lstStyle/>
          <a:p>
            <a:br>
              <a:rPr lang="en-US" sz="4800" dirty="0"/>
            </a:br>
            <a:endParaRPr lang="en-US" sz="4800" dirty="0"/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E33E7DD2-7A21-1AE2-AF02-940EBBBDD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6" r="3345"/>
          <a:stretch/>
        </p:blipFill>
        <p:spPr>
          <a:xfrm>
            <a:off x="1421946" y="691763"/>
            <a:ext cx="4975819" cy="508724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A0812C-8DCE-4CA2-904B-A5A5C12CA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2660" y="1005840"/>
            <a:ext cx="0" cy="58521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6288A-2BFD-AB64-40D7-B18E9C4E4113}"/>
              </a:ext>
            </a:extLst>
          </p:cNvPr>
          <p:cNvSpPr txBox="1"/>
          <p:nvPr/>
        </p:nvSpPr>
        <p:spPr>
          <a:xfrm>
            <a:off x="7783319" y="2091655"/>
            <a:ext cx="43688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Use Google Maps, </a:t>
            </a:r>
            <a:r>
              <a:rPr lang="en-US" sz="2800" dirty="0" err="1"/>
              <a:t>Linkdin</a:t>
            </a:r>
            <a:r>
              <a:rPr lang="en-US" sz="2800" dirty="0"/>
              <a:t>, Instagram, Justdial, Apollo.io ,Hunter.io, Lusha, Rocket Reach to get or </a:t>
            </a:r>
            <a:r>
              <a:rPr lang="en-US" sz="2800" dirty="0" err="1"/>
              <a:t>scrapp</a:t>
            </a:r>
            <a:r>
              <a:rPr lang="en-US" sz="2800" dirty="0"/>
              <a:t>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757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87584-FC28-89C2-DEC3-256ED3741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7" y="1063256"/>
            <a:ext cx="5312254" cy="1540106"/>
          </a:xfrm>
        </p:spPr>
        <p:txBody>
          <a:bodyPr vert="horz" lIns="91440" tIns="45720" rIns="91440" bIns="45720" rtlCol="0">
            <a:normAutofit/>
          </a:bodyPr>
          <a:lstStyle/>
          <a:p>
            <a:br>
              <a:rPr lang="en-US" sz="5100" i="1" kern="1200" spc="100" baseline="0">
                <a:latin typeface="+mj-lt"/>
                <a:ea typeface="+mj-ea"/>
                <a:cs typeface="+mj-cs"/>
              </a:rPr>
            </a:br>
            <a:endParaRPr lang="en-US" sz="5100" i="1" kern="1200" spc="100" baseline="0">
              <a:latin typeface="+mj-lt"/>
              <a:ea typeface="+mj-ea"/>
              <a:cs typeface="+mj-cs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AF8A158-E51E-4253-820B-3970F7397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76934" y="0"/>
            <a:ext cx="5215066" cy="6858000"/>
          </a:xfrm>
          <a:custGeom>
            <a:avLst/>
            <a:gdLst>
              <a:gd name="connsiteX0" fmla="*/ 2017353 w 5215066"/>
              <a:gd name="connsiteY0" fmla="*/ 0 h 6858000"/>
              <a:gd name="connsiteX1" fmla="*/ 5215066 w 5215066"/>
              <a:gd name="connsiteY1" fmla="*/ 0 h 6858000"/>
              <a:gd name="connsiteX2" fmla="*/ 5215066 w 5215066"/>
              <a:gd name="connsiteY2" fmla="*/ 6858000 h 6858000"/>
              <a:gd name="connsiteX3" fmla="*/ 1292431 w 5215066"/>
              <a:gd name="connsiteY3" fmla="*/ 6858000 h 6858000"/>
              <a:gd name="connsiteX4" fmla="*/ 1012702 w 5215066"/>
              <a:gd name="connsiteY4" fmla="*/ 6549681 h 6858000"/>
              <a:gd name="connsiteX5" fmla="*/ 0 w 5215066"/>
              <a:gd name="connsiteY5" fmla="*/ 3723759 h 6858000"/>
              <a:gd name="connsiteX6" fmla="*/ 1955279 w 5215066"/>
              <a:gd name="connsiteY6" fmla="*/ 398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2017353" y="0"/>
                </a:moveTo>
                <a:lnTo>
                  <a:pt x="5215066" y="0"/>
                </a:lnTo>
                <a:lnTo>
                  <a:pt x="5215066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6" name="Picture 55" descr="A logo for a company&#10;&#10;Description automatically generated">
            <a:extLst>
              <a:ext uri="{FF2B5EF4-FFF2-40B4-BE49-F238E27FC236}">
                <a16:creationId xmlns:a16="http://schemas.microsoft.com/office/drawing/2014/main" id="{A9F57595-F3A0-61C4-6F62-66A70F6DFE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6" r="3345"/>
          <a:stretch/>
        </p:blipFill>
        <p:spPr>
          <a:xfrm>
            <a:off x="8150087" y="1625431"/>
            <a:ext cx="3434963" cy="3511882"/>
          </a:xfrm>
          <a:prstGeom prst="rect">
            <a:avLst/>
          </a:prstGeom>
        </p:spPr>
      </p:pic>
      <p:sp>
        <p:nvSpPr>
          <p:cNvPr id="67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6" name="TextBox 3">
            <a:extLst>
              <a:ext uri="{FF2B5EF4-FFF2-40B4-BE49-F238E27FC236}">
                <a16:creationId xmlns:a16="http://schemas.microsoft.com/office/drawing/2014/main" id="{A8893DB0-5B08-38EB-F4D5-F61FC4E714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4962760"/>
              </p:ext>
            </p:extLst>
          </p:nvPr>
        </p:nvGraphicFramePr>
        <p:xfrm>
          <a:off x="865297" y="990290"/>
          <a:ext cx="5883754" cy="4804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9729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FCC6E86-7C37-4FD2-AF0B-C9BDDBC2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-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38C2FC07-A260-43C5-ABA2-A9DD5D5A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BC9768A7-5179-2E9C-B7F4-04C6A1ECA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6" r="3345"/>
          <a:stretch/>
        </p:blipFill>
        <p:spPr>
          <a:xfrm>
            <a:off x="7492693" y="985731"/>
            <a:ext cx="4705170" cy="48105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495EA9-C4DA-3C1D-3AB1-DC9EEC673978}"/>
              </a:ext>
            </a:extLst>
          </p:cNvPr>
          <p:cNvSpPr txBox="1"/>
          <p:nvPr/>
        </p:nvSpPr>
        <p:spPr>
          <a:xfrm>
            <a:off x="1439114" y="164801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CC513-834F-C523-3861-750D4E3E3EB6}"/>
              </a:ext>
            </a:extLst>
          </p:cNvPr>
          <p:cNvSpPr txBox="1"/>
          <p:nvPr/>
        </p:nvSpPr>
        <p:spPr>
          <a:xfrm>
            <a:off x="321514" y="665740"/>
            <a:ext cx="5461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u="sng" dirty="0"/>
              <a:t>Name of the websites:-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50321C-5BAB-48C8-F10C-E1CA2029CFCF}"/>
              </a:ext>
            </a:extLst>
          </p:cNvPr>
          <p:cNvSpPr txBox="1"/>
          <p:nvPr/>
        </p:nvSpPr>
        <p:spPr>
          <a:xfrm>
            <a:off x="951672" y="236757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C6FE04-CD66-9DF8-5803-C3CAA4B660C3}"/>
              </a:ext>
            </a:extLst>
          </p:cNvPr>
          <p:cNvSpPr txBox="1"/>
          <p:nvPr/>
        </p:nvSpPr>
        <p:spPr>
          <a:xfrm>
            <a:off x="420891" y="1712413"/>
            <a:ext cx="535940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AutoNum type="arabicPeriod"/>
            </a:pPr>
            <a:r>
              <a:rPr lang="en-US" sz="2400" dirty="0"/>
              <a:t>Glassdoor.co.in</a:t>
            </a:r>
          </a:p>
          <a:p>
            <a:pPr marL="342900" indent="-342900">
              <a:buAutoNum type="arabicPeriod"/>
            </a:pPr>
            <a:r>
              <a:rPr lang="en-US" sz="2400" dirty="0"/>
              <a:t>Agencyvista.com</a:t>
            </a:r>
          </a:p>
          <a:p>
            <a:pPr marL="342900" indent="-342900">
              <a:buAutoNum type="arabicPeriod"/>
            </a:pPr>
            <a:r>
              <a:rPr lang="en-US" sz="2400" dirty="0"/>
              <a:t>Clutch.co</a:t>
            </a:r>
          </a:p>
          <a:p>
            <a:pPr marL="342900" indent="-342900">
              <a:buAutoNum type="arabicPeriod"/>
            </a:pPr>
            <a:r>
              <a:rPr lang="en-US" sz="2400" dirty="0"/>
              <a:t>Seamless.AI</a:t>
            </a:r>
          </a:p>
          <a:p>
            <a:pPr marL="342900" indent="-342900">
              <a:buAutoNum type="arabicPeriod"/>
            </a:pPr>
            <a:r>
              <a:rPr lang="en-US" sz="2400" dirty="0"/>
              <a:t>INSIDE VIEW</a:t>
            </a:r>
          </a:p>
          <a:p>
            <a:pPr marL="342900" indent="-342900">
              <a:buAutoNum type="arabicPeriod"/>
            </a:pPr>
            <a:r>
              <a:rPr lang="en-US" sz="2400" dirty="0"/>
              <a:t>SALESLOFT</a:t>
            </a:r>
          </a:p>
          <a:p>
            <a:pPr marL="342900" indent="-342900">
              <a:buAutoNum type="arabicPeriod"/>
            </a:pPr>
            <a:r>
              <a:rPr lang="en-US" sz="2400" dirty="0"/>
              <a:t>CIENCE</a:t>
            </a:r>
          </a:p>
          <a:p>
            <a:pPr marL="342900" indent="-342900">
              <a:buAutoNum type="arabicPeriod"/>
            </a:pPr>
            <a:r>
              <a:rPr lang="en-US" sz="2400" dirty="0"/>
              <a:t>ZOOMIFO</a:t>
            </a:r>
          </a:p>
          <a:p>
            <a:pPr marL="342900" indent="-342900">
              <a:buAutoNum type="arabicPeriod"/>
            </a:pPr>
            <a:r>
              <a:rPr lang="en-US" sz="2400" dirty="0"/>
              <a:t>OUTSCRAPPER</a:t>
            </a:r>
          </a:p>
          <a:p>
            <a:pPr marL="342900" indent="-342900">
              <a:buAutoNum type="arabicPeriod"/>
            </a:pPr>
            <a:r>
              <a:rPr lang="en-US" sz="2400" dirty="0"/>
              <a:t>BUILTWITH</a:t>
            </a:r>
          </a:p>
          <a:p>
            <a:pPr marL="342900" indent="-342900">
              <a:buAutoNum type="arabicPeriod"/>
            </a:pPr>
            <a:r>
              <a:rPr lang="en-US" sz="2400" dirty="0"/>
              <a:t>OCTOPARSE</a:t>
            </a:r>
            <a:endParaRPr lang="en-US" sz="2400"/>
          </a:p>
          <a:p>
            <a:pPr marL="342900" indent="-342900">
              <a:buAutoNum type="arabicPeriod"/>
            </a:pPr>
            <a:r>
              <a:rPr lang="en-US" sz="2400" dirty="0"/>
              <a:t>SALEE.AI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395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CC6E86-7C37-4FD2-AF0B-C9BDDBC2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-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54A98CF-5529-4F3E-A692-2CF1D51F3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825122" cy="6858000"/>
          </a:xfrm>
          <a:custGeom>
            <a:avLst/>
            <a:gdLst>
              <a:gd name="connsiteX0" fmla="*/ 0 w 10825122"/>
              <a:gd name="connsiteY0" fmla="*/ 0 h 6858000"/>
              <a:gd name="connsiteX1" fmla="*/ 9969784 w 10825122"/>
              <a:gd name="connsiteY1" fmla="*/ 0 h 6858000"/>
              <a:gd name="connsiteX2" fmla="*/ 10105415 w 10825122"/>
              <a:gd name="connsiteY2" fmla="*/ 264816 h 6858000"/>
              <a:gd name="connsiteX3" fmla="*/ 10825122 w 10825122"/>
              <a:gd name="connsiteY3" fmla="*/ 3429000 h 6858000"/>
              <a:gd name="connsiteX4" fmla="*/ 10105415 w 10825122"/>
              <a:gd name="connsiteY4" fmla="*/ 6593184 h 6858000"/>
              <a:gd name="connsiteX5" fmla="*/ 9969784 w 10825122"/>
              <a:gd name="connsiteY5" fmla="*/ 6858000 h 6858000"/>
              <a:gd name="connsiteX6" fmla="*/ 0 w 1082512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25122" h="6858000">
                <a:moveTo>
                  <a:pt x="0" y="0"/>
                </a:moveTo>
                <a:lnTo>
                  <a:pt x="9969784" y="0"/>
                </a:lnTo>
                <a:lnTo>
                  <a:pt x="10105415" y="264816"/>
                </a:lnTo>
                <a:cubicBezTo>
                  <a:pt x="10566647" y="1222029"/>
                  <a:pt x="10825122" y="2295330"/>
                  <a:pt x="10825122" y="3429000"/>
                </a:cubicBezTo>
                <a:cubicBezTo>
                  <a:pt x="10825122" y="4562671"/>
                  <a:pt x="10566647" y="5635971"/>
                  <a:pt x="10105415" y="6593184"/>
                </a:cubicBezTo>
                <a:lnTo>
                  <a:pt x="996978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logo for a company&#10;&#10;Description automatically generated">
            <a:extLst>
              <a:ext uri="{FF2B5EF4-FFF2-40B4-BE49-F238E27FC236}">
                <a16:creationId xmlns:a16="http://schemas.microsoft.com/office/drawing/2014/main" id="{3A45729B-13B6-A423-7BE4-135478523A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6" r="3345"/>
          <a:stretch/>
        </p:blipFill>
        <p:spPr>
          <a:xfrm>
            <a:off x="7304824" y="788108"/>
            <a:ext cx="4886042" cy="4995456"/>
          </a:xfrm>
          <a:prstGeom prst="rect">
            <a:avLst/>
          </a:prstGeom>
        </p:spPr>
      </p:pic>
      <p:sp>
        <p:nvSpPr>
          <p:cNvPr id="12" name="Freeform 6">
            <a:extLst>
              <a:ext uri="{FF2B5EF4-FFF2-40B4-BE49-F238E27FC236}">
                <a16:creationId xmlns:a16="http://schemas.microsoft.com/office/drawing/2014/main" id="{38C2FC07-A260-43C5-ABA2-A9DD5D5A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D6499-8FD8-3837-6C35-C52618A9B9EA}"/>
              </a:ext>
            </a:extLst>
          </p:cNvPr>
          <p:cNvSpPr txBox="1"/>
          <p:nvPr/>
        </p:nvSpPr>
        <p:spPr>
          <a:xfrm>
            <a:off x="343795" y="772545"/>
            <a:ext cx="7353300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/>
              <a:t>Other Points:-</a:t>
            </a:r>
            <a:r>
              <a:rPr lang="en-US" sz="4000" dirty="0"/>
              <a:t> </a:t>
            </a:r>
          </a:p>
          <a:p>
            <a:pPr marL="742950" indent="-742950">
              <a:buAutoNum type="arabicPeriod"/>
            </a:pPr>
            <a:r>
              <a:rPr lang="en-US" sz="4000" dirty="0"/>
              <a:t>Niche for content creation:-</a:t>
            </a:r>
          </a:p>
          <a:p>
            <a:r>
              <a:rPr lang="en-US" sz="4000" dirty="0"/>
              <a:t>2.   Social media pages  </a:t>
            </a:r>
          </a:p>
          <a:p>
            <a:r>
              <a:rPr lang="en-US" sz="4000" dirty="0"/>
              <a:t>3.   Update the profile </a:t>
            </a:r>
            <a:endParaRPr lang="en-US"/>
          </a:p>
          <a:p>
            <a:r>
              <a:rPr lang="en-US" sz="4000" dirty="0"/>
              <a:t>4.   Contract</a:t>
            </a:r>
          </a:p>
        </p:txBody>
      </p:sp>
    </p:spTree>
    <p:extLst>
      <p:ext uri="{BB962C8B-B14F-4D97-AF65-F5344CB8AC3E}">
        <p14:creationId xmlns:p14="http://schemas.microsoft.com/office/powerpoint/2010/main" val="1778137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CC6E86-7C37-4FD2-AF0B-C9BDDBC2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-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54A98CF-5529-4F3E-A692-2CF1D51F3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825122" cy="6858000"/>
          </a:xfrm>
          <a:custGeom>
            <a:avLst/>
            <a:gdLst>
              <a:gd name="connsiteX0" fmla="*/ 0 w 10825122"/>
              <a:gd name="connsiteY0" fmla="*/ 0 h 6858000"/>
              <a:gd name="connsiteX1" fmla="*/ 9969784 w 10825122"/>
              <a:gd name="connsiteY1" fmla="*/ 0 h 6858000"/>
              <a:gd name="connsiteX2" fmla="*/ 10105415 w 10825122"/>
              <a:gd name="connsiteY2" fmla="*/ 264816 h 6858000"/>
              <a:gd name="connsiteX3" fmla="*/ 10825122 w 10825122"/>
              <a:gd name="connsiteY3" fmla="*/ 3429000 h 6858000"/>
              <a:gd name="connsiteX4" fmla="*/ 10105415 w 10825122"/>
              <a:gd name="connsiteY4" fmla="*/ 6593184 h 6858000"/>
              <a:gd name="connsiteX5" fmla="*/ 9969784 w 10825122"/>
              <a:gd name="connsiteY5" fmla="*/ 6858000 h 6858000"/>
              <a:gd name="connsiteX6" fmla="*/ 0 w 1082512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25122" h="6858000">
                <a:moveTo>
                  <a:pt x="0" y="0"/>
                </a:moveTo>
                <a:lnTo>
                  <a:pt x="9969784" y="0"/>
                </a:lnTo>
                <a:lnTo>
                  <a:pt x="10105415" y="264816"/>
                </a:lnTo>
                <a:cubicBezTo>
                  <a:pt x="10566647" y="1222029"/>
                  <a:pt x="10825122" y="2295330"/>
                  <a:pt x="10825122" y="3429000"/>
                </a:cubicBezTo>
                <a:cubicBezTo>
                  <a:pt x="10825122" y="4562671"/>
                  <a:pt x="10566647" y="5635971"/>
                  <a:pt x="10105415" y="6593184"/>
                </a:cubicBezTo>
                <a:lnTo>
                  <a:pt x="996978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logo for a company&#10;&#10;Description automatically generated">
            <a:extLst>
              <a:ext uri="{FF2B5EF4-FFF2-40B4-BE49-F238E27FC236}">
                <a16:creationId xmlns:a16="http://schemas.microsoft.com/office/drawing/2014/main" id="{25933C51-1590-61D8-9304-5727997920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6" r="3345"/>
          <a:stretch/>
        </p:blipFill>
        <p:spPr>
          <a:xfrm>
            <a:off x="7304824" y="927808"/>
            <a:ext cx="4886042" cy="4995456"/>
          </a:xfrm>
          <a:prstGeom prst="rect">
            <a:avLst/>
          </a:prstGeom>
        </p:spPr>
      </p:pic>
      <p:sp>
        <p:nvSpPr>
          <p:cNvPr id="12" name="Freeform 6">
            <a:extLst>
              <a:ext uri="{FF2B5EF4-FFF2-40B4-BE49-F238E27FC236}">
                <a16:creationId xmlns:a16="http://schemas.microsoft.com/office/drawing/2014/main" id="{38C2FC07-A260-43C5-ABA2-A9DD5D5A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7A1FF-D8EE-ED51-D96D-2C714E98F3A9}"/>
              </a:ext>
            </a:extLst>
          </p:cNvPr>
          <p:cNvSpPr txBox="1"/>
          <p:nvPr/>
        </p:nvSpPr>
        <p:spPr>
          <a:xfrm>
            <a:off x="1369048" y="4137682"/>
            <a:ext cx="42545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4914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HeadlinesVTI</vt:lpstr>
      <vt:lpstr>Welcome  </vt:lpstr>
      <vt:lpstr>PowerPoint Presentation</vt:lpstr>
      <vt:lpstr>Data Scrapping:-   Collect the relevant data like the phone numbers , E –mail, Instagram,linkdin, Business and address  and prepare an excel sheet of 500 people. Location:- Durg, Raipur, Bilaspur, Rajnandgaon. </vt:lpstr>
      <vt:lpstr> </vt:lpstr>
      <vt:lpstr>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340</cp:revision>
  <dcterms:created xsi:type="dcterms:W3CDTF">2024-08-03T07:56:26Z</dcterms:created>
  <dcterms:modified xsi:type="dcterms:W3CDTF">2024-08-03T13:44:01Z</dcterms:modified>
</cp:coreProperties>
</file>